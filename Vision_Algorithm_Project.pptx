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059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DA8ED83-59B5-81FF-E5BC-398318F54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432" y="4464044"/>
            <a:ext cx="673135" cy="215911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60882917-6468-E9A7-E067-70801467D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714836"/>
            <a:ext cx="1219200" cy="391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CE20A93F-2C3D-9A02-0DF1-35B5B7B02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400" y="6858000"/>
            <a:ext cx="323867" cy="82554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8625E85-2EE2-88D6-C1EB-0D7D04FB1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9800" y="8681768"/>
            <a:ext cx="1219200" cy="3875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BEC71A14-4B02-6447-1579-823B3BB1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400" y="8763000"/>
            <a:ext cx="1371600" cy="234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1367BB8-43C3-2F66-0805-4A2A35A38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839199"/>
            <a:ext cx="1295400" cy="2667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B59B31D4-DCA3-66C9-16B4-D32E0717E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8800" y="8796662"/>
            <a:ext cx="1447800" cy="309238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A0239051-EF8D-4786-5E7A-0D265F79F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6600" y="8821046"/>
            <a:ext cx="279400" cy="322386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28FF3AF5-FF55-312D-51DE-FEF018B92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4046" y="7239000"/>
            <a:ext cx="82554" cy="114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C0A2FA41-6E96-6424-14EB-BA2F06CA1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818887"/>
            <a:ext cx="685800" cy="217169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B6EF60D-8B9B-CD38-1628-6E00CD8F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0800" y="8818887"/>
            <a:ext cx="685800" cy="217169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22635F7A-DFD6-0921-C2F4-EF498D391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7000" y="8815069"/>
            <a:ext cx="685800" cy="217169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E1D3C375-7C4B-7C03-AAA4-A3A6D5AEF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6059150" y="8606969"/>
            <a:ext cx="139700" cy="498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AC11A8E3-0C1F-85D5-3E0F-592283807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4605000" y="8762999"/>
            <a:ext cx="1524000" cy="25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27CBD8B4-0840-6679-FFA0-0DBEC1C8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00" y="8839200"/>
            <a:ext cx="1371600" cy="152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67CD6136-FB46-933B-EE1C-E83C8596A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771879"/>
            <a:ext cx="1219200" cy="3096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2FCCE2C8-70F1-E4F9-7717-6F780AC3C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761394"/>
            <a:ext cx="1219200" cy="236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מותאם אישית</PresentationFormat>
  <Paragraphs>0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Gilad Korngut</cp:lastModifiedBy>
  <cp:revision>2</cp:revision>
  <dcterms:created xsi:type="dcterms:W3CDTF">2006-08-16T00:00:00Z</dcterms:created>
  <dcterms:modified xsi:type="dcterms:W3CDTF">2026-07-19T19:42:48Z</dcterms:modified>
</cp:coreProperties>
</file>